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d5c0a9f6f4c11" /><Relationship Type="http://schemas.openxmlformats.org/officeDocument/2006/relationships/extended-properties" Target="/docProps/app.xml" Id="R7a8d761a99c14843" /><Relationship Type="http://schemas.openxmlformats.org/officeDocument/2006/relationships/officeDocument" Target="/ppt/presentation.xml" Id="R7036a4f1714f45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9c043278b44f1"/>
  </p:sldMasterIdLst>
  <p:notesMasterIdLst>
    <p:notesMasterId xmlns:r="http://schemas.openxmlformats.org/officeDocument/2006/relationships" r:id="R04fc52ced73f41f3"/>
  </p:notesMasterIdLst>
  <p:sldIdLst>
    <p:sldId xmlns:r="http://schemas.openxmlformats.org/officeDocument/2006/relationships" id="256" r:id="R1217d1fcdc5b4222"/>
    <p:sldId xmlns:r="http://schemas.openxmlformats.org/officeDocument/2006/relationships" id="257" r:id="R99fde77c01b44235"/>
    <p:sldId xmlns:r="http://schemas.openxmlformats.org/officeDocument/2006/relationships" id="258" r:id="R89d399daaddb4d48"/>
    <p:sldId xmlns:r="http://schemas.openxmlformats.org/officeDocument/2006/relationships" id="259" r:id="R7a91de1becfe4a20"/>
    <p:sldId xmlns:r="http://schemas.openxmlformats.org/officeDocument/2006/relationships" id="260" r:id="R1cf607add057457a"/>
    <p:sldId xmlns:r="http://schemas.openxmlformats.org/officeDocument/2006/relationships" id="261" r:id="R79cc131307734d50"/>
    <p:sldId xmlns:r="http://schemas.openxmlformats.org/officeDocument/2006/relationships" id="262" r:id="R5bbb598b59de4393"/>
    <p:sldId xmlns:r="http://schemas.openxmlformats.org/officeDocument/2006/relationships" id="263" r:id="R4e27d74c525b42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d28d705f31439e" /><Relationship Type="http://schemas.openxmlformats.org/officeDocument/2006/relationships/slideMaster" Target="/ppt/slideMasters/slideMaster1.xml" Id="R2599c043278b44f1" /><Relationship Type="http://schemas.openxmlformats.org/officeDocument/2006/relationships/notesMaster" Target="/ppt/notesMasters/notesMaster1.xml" Id="R04fc52ced73f41f3" /><Relationship Type="http://schemas.openxmlformats.org/officeDocument/2006/relationships/presProps" Target="/ppt/presProps.xml" Id="Rb9ef76087c844ab4" /><Relationship Type="http://schemas.openxmlformats.org/officeDocument/2006/relationships/viewProps" Target="/ppt/viewProps.xml" Id="R1053312867ca48a7" /><Relationship Type="http://schemas.openxmlformats.org/officeDocument/2006/relationships/tableStyles" Target="/ppt/tableStyles.xml" Id="R5d1a2f09738a4fa5" /><Relationship Type="http://schemas.openxmlformats.org/officeDocument/2006/relationships/slide" Target="/ppt/slides/slide1.xml" Id="R1217d1fcdc5b4222" /><Relationship Type="http://schemas.openxmlformats.org/officeDocument/2006/relationships/slide" Target="/ppt/slides/slide2.xml" Id="R99fde77c01b44235" /><Relationship Type="http://schemas.openxmlformats.org/officeDocument/2006/relationships/slide" Target="/ppt/slides/slide3.xml" Id="R89d399daaddb4d48" /><Relationship Type="http://schemas.openxmlformats.org/officeDocument/2006/relationships/slide" Target="/ppt/slides/slide4.xml" Id="R7a91de1becfe4a20" /><Relationship Type="http://schemas.openxmlformats.org/officeDocument/2006/relationships/slide" Target="/ppt/slides/slide5.xml" Id="R1cf607add057457a" /><Relationship Type="http://schemas.openxmlformats.org/officeDocument/2006/relationships/slide" Target="/ppt/slides/slide6.xml" Id="R79cc131307734d50" /><Relationship Type="http://schemas.openxmlformats.org/officeDocument/2006/relationships/slide" Target="/ppt/slides/slide7.xml" Id="R5bbb598b59de4393" /><Relationship Type="http://schemas.openxmlformats.org/officeDocument/2006/relationships/slide" Target="/ppt/slides/slide8.xml" Id="R4e27d74c525b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937c76c880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44a4eb6ff4ff8" /><Relationship Type="http://schemas.openxmlformats.org/officeDocument/2006/relationships/notesMaster" Target="/ppt/notesMasters/notesMaster1.xml" Id="R90b7d34016ca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ad64bc92449ac" /><Relationship Type="http://schemas.openxmlformats.org/officeDocument/2006/relationships/notesMaster" Target="/ppt/notesMasters/notesMaster1.xml" Id="R71df8872b216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4e2babaf443a2" /><Relationship Type="http://schemas.openxmlformats.org/officeDocument/2006/relationships/notesMaster" Target="/ppt/notesMasters/notesMaster1.xml" Id="Rafac223e6ede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ce185e5674672" /><Relationship Type="http://schemas.openxmlformats.org/officeDocument/2006/relationships/notesMaster" Target="/ppt/notesMasters/notesMaster1.xml" Id="R9e116f4e579f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df866e3eb54ee5" /><Relationship Type="http://schemas.openxmlformats.org/officeDocument/2006/relationships/notesMaster" Target="/ppt/notesMasters/notesMaster1.xml" Id="R832243ad5bc84e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287de05514f5b" /><Relationship Type="http://schemas.openxmlformats.org/officeDocument/2006/relationships/notesMaster" Target="/ppt/notesMasters/notesMaster1.xml" Id="R4f49331ed75d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6c55b0960745b0" /><Relationship Type="http://schemas.openxmlformats.org/officeDocument/2006/relationships/notesMaster" Target="/ppt/notesMasters/notesMaster1.xml" Id="Rfa9369be6478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af8fc342df46aa" /><Relationship Type="http://schemas.openxmlformats.org/officeDocument/2006/relationships/notesMaster" Target="/ppt/notesMasters/notesMaster1.xml" Id="Ra2bc327af411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4345f5999497c" /><Relationship Type="http://schemas.openxmlformats.org/officeDocument/2006/relationships/theme" Target="/ppt/theme/theme1.xml" Id="Rd003b018d27c4c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4345f5999497c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c3887d96542ef" /><Relationship Type="http://schemas.openxmlformats.org/officeDocument/2006/relationships/notesSlide" Target="/ppt/notesSlides/notesSlide1.xml" Id="R72742e39be2948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7b11bed34ba7" /><Relationship Type="http://schemas.openxmlformats.org/officeDocument/2006/relationships/notesSlide" Target="/ppt/notesSlides/notesSlide2.xml" Id="R84db152d30974d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17e931b234d19" /><Relationship Type="http://schemas.openxmlformats.org/officeDocument/2006/relationships/notesSlide" Target="/ppt/notesSlides/notesSlide3.xml" Id="Rae978c99d30c4c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6e0603ea74b0e" /><Relationship Type="http://schemas.openxmlformats.org/officeDocument/2006/relationships/notesSlide" Target="/ppt/notesSlides/notesSlide4.xml" Id="Rfa9259cdd143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6fb37ef484cc6" /><Relationship Type="http://schemas.openxmlformats.org/officeDocument/2006/relationships/notesSlide" Target="/ppt/notesSlides/notesSlide5.xml" Id="Ra144b76a89d140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8d30e56e3440f" /><Relationship Type="http://schemas.openxmlformats.org/officeDocument/2006/relationships/notesSlide" Target="/ppt/notesSlides/notesSlide6.xml" Id="R189033fdb114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140005a54307" /><Relationship Type="http://schemas.openxmlformats.org/officeDocument/2006/relationships/notesSlide" Target="/ppt/notesSlides/notesSlide7.xml" Id="R5774fe67c3ab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8dd905ee849dd" /><Relationship Type="http://schemas.openxmlformats.org/officeDocument/2006/relationships/notesSlide" Target="/ppt/notesSlides/notesSlide8.xml" Id="Rf4fbfd40f5f44d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EC560-719B-46A3-BDCA-BDBDFC53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46E8-3E98-4F9C-A9F2-22670A0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369B5-5B3F-4991-BF82-088A8074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704B6-A35B-4203-9DA8-153D7016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29873-3EB3-4F71-BC68-D9BA4EA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9CB0-3C56-4416-AA54-94BCAE9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4EDA9-D932-47F7-A596-A109249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0F7A8"/>
          </a:solidFill>
          <a:ln xmlns:a="http://schemas.openxmlformats.org/drawingml/2006/main">
            <a:solidFill>
              <a:srgbClr val="00F7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НОВ ПОТРЕБИТЕЛ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4562-8162-41E7-ABF0-58A5FB22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Добре дошъл в DyrakArmy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7725A-05D2-4B41-AFA0-7BD7BC7F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Една система за търсене, архив, online preview, Telegram bot и синхронизирано сваляне.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3A6C6-14ED-4E88-A08D-515B491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Web, Telegram, desktop и mobile клиенти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Един sync key за език, формат, качество и история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Бърз старт: линк → формат → queue → player/download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9D0E6-6F0D-45CA-82A6-ECA2BF1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8B21C-0962-4740-8812-0D75B7C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63F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F8D7D-E01B-4C09-A4D2-1EF0FF8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63F7FF"/>
                </a:solidFill>
              </a:rPr>
              <a:t>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F7186-E6E0-450E-B3E7-1F22F56C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Start fast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79724-6951-4D59-B9C2-1F4D1A0C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search • queue • listen</a:t>
            </a:r>
          </a:p>
        </p:txBody>
      </p:sp>
    </p:spTree>
    <p:extLst>
      <p:ext uri="{BB962C8B-B14F-4D97-AF65-F5344CB8AC3E}">
        <p14:creationId xmlns:p14="http://schemas.microsoft.com/office/powerpoint/2010/main" val="20413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179A2-6262-44B8-AD03-3EDBA61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AFB6-E923-4D77-A69C-9DD6AB5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A4EFB-89F2-408B-87D1-5CB7AF80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99EFD-4BBB-4733-8755-9FB842E1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61CCB-2DF1-47B5-A322-61AA590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0B774-8745-4C8C-ABFA-A0CD33A5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F0FBB-47D3-48E7-B1AA-32E8454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3F7FF"/>
          </a:solidFill>
          <a:ln xmlns:a="http://schemas.openxmlformats.org/drawingml/2006/main">
            <a:solidFill>
              <a:srgbClr val="63F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1783E-A9B9-4EC3-A760-8F1CD9FD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Как работи свалянето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F484F-6EAA-45BE-AC99-59EEF1AB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Потребителят не трябва да мисли за backend детайли. Интерфейсът води процеса.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1B370-94EE-4971-A2A4-D19990A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Поставяш URL или търсиш по име/изпълнител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Избираш source, формат и качество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Worker създава job и следи queued → processing → done/failed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Готов файл: слушане online, директен download или Telegram доставка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D6BFB-FB36-41DA-BCB4-2DB5BC91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E2219-DE33-4C3D-9F51-DD0AED9F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048C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4B37B-F2FC-486E-8258-79D16416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048C6"/>
                </a:solidFill>
              </a:rPr>
              <a:t>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2A0E1-7BA5-4E11-84B5-283CCB4D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Queue safely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2456B-7FC6-456E-B05C-B4600EA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URL • format • status</a:t>
            </a:r>
          </a:p>
        </p:txBody>
      </p:sp>
    </p:spTree>
    <p:extLst>
      <p:ext uri="{BB962C8B-B14F-4D97-AF65-F5344CB8AC3E}">
        <p14:creationId xmlns:p14="http://schemas.microsoft.com/office/powerpoint/2010/main" val="2083630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DB0586-BCE6-4070-A15E-18068B3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14E8-A9D9-4E6B-A18A-254A026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738FF-4391-484E-9A0F-E7ED60E3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DD2EC-31D0-4EBD-B803-22BC6B43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C4C58-0D80-4B94-B04C-D9982DC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B47C7-34AB-4E7A-A6D2-41709158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AF2C3-AB7B-4ABB-A07C-A5F519EB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0F7A8"/>
          </a:solidFill>
          <a:ln xmlns:a="http://schemas.openxmlformats.org/drawingml/2006/main">
            <a:solidFill>
              <a:srgbClr val="00F7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0A243-BE90-4450-9361-F60D4994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Основни раздели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1BA1D-BF6D-4C42-9DE4-B4399A23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Публичният сайт е централният control panel за всички клиенти.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F9371-80C1-48CD-A471-119C4484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Download: URL/search, source filters, format/quality, queue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History: предишни задачи и повторно сваляне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Settings: език, sync key, качество, Telegram mode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Архив: песни, снимки, подпапки и player от индексирания 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7C392-4D78-47C9-865C-298AB0D4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47BCF-DB4F-44DF-AFE6-00FCB982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63F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5E7E4-CE6F-44A2-B1F5-B2509D48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63F7FF"/>
                </a:solidFill>
              </a:rPr>
              <a:t>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19C19-6B3D-44B7-BF7B-26A84ED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Use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425E7-C5C9-4EA3-AFCC-426C7718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files • photos • folders</a:t>
            </a:r>
          </a:p>
        </p:txBody>
      </p:sp>
    </p:spTree>
    <p:extLst>
      <p:ext uri="{BB962C8B-B14F-4D97-AF65-F5344CB8AC3E}">
        <p14:creationId xmlns:p14="http://schemas.microsoft.com/office/powerpoint/2010/main" val="931950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6FCD7-9FBB-44DB-AB8E-EBF20DE6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4D886-1532-4C27-922D-020A531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98B62-546A-477D-8E06-81E5954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6117-99C9-408D-938D-C219710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D0B2-44D0-41BB-84D2-0BC0624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0D8F8-46DE-4B2A-ADEC-505F313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A909F-0711-4D1A-91B8-ECC45135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3F7FF"/>
          </a:solidFill>
          <a:ln xmlns:a="http://schemas.openxmlformats.org/drawingml/2006/main">
            <a:solidFill>
              <a:srgbClr val="63F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TELEGRAM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1587A-1DC6-41A4-8B03-A50B3BD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Бот и Mini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996D3-91E5-421D-812D-F183493D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Ботът е български-first и споделя същите настройки с web клиента.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3F3ED-D556-4FFA-9BF6-9463EF5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Команди за старт, настройки, архив, качество и формат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Mini App настройки като language, captions, per-service quality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Публикуване в канал при готов нов download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Архив-first търсене преди online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81A58-5E7C-498C-9A1E-F678136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6F050-AD78-46BA-98FE-1097A48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048C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C2C8D-37EA-4BF5-9980-0BE8CD8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048C6"/>
                </a:solidFill>
              </a:rPr>
              <a:t>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0C437-BBA8-4E08-A924-2CD51797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Bot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6E821-EB83-4E67-9FC9-149E4CE5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BG Mini App • channel</a:t>
            </a:r>
          </a:p>
        </p:txBody>
      </p:sp>
    </p:spTree>
    <p:extLst>
      <p:ext uri="{BB962C8B-B14F-4D97-AF65-F5344CB8AC3E}">
        <p14:creationId xmlns:p14="http://schemas.microsoft.com/office/powerpoint/2010/main" val="1937226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6C7B6-89EF-4704-AFEA-AF23DAC7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CA069-5B55-4486-8B39-915CFB8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3ED10-42F8-412C-9730-2C13D061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0D2C8-B196-4CDE-BCB0-52DDD8D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57F61-1782-4390-BF3C-2FFE4A9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DF2DE-7CC1-4A95-9F12-C9079856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BC8C0-A5C6-48F8-ABE5-9723E92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0F7A8"/>
          </a:solidFill>
          <a:ln xmlns:a="http://schemas.openxmlformats.org/drawingml/2006/main">
            <a:solidFill>
              <a:srgbClr val="00F7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CD04A-BC17-4D1B-8C93-1302A92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Един sync ключ за всички устройства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4610-BC55-46AA-8A0A-5BB02F7D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Web, extension, desktop launcher и mobile shell четат общ runtime config.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E458-465D-4113-8789-FEBC001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Синхрон на език, формат, качество, директория и Telegram mode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Shared queue за координиране между повече потребители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Runtime config премахва hardcoded URL-и в клиентите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8017E-6C13-4E0D-9F73-76DAF91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A72BB-8B1B-48E4-AE37-D0B807B9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63F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88B31-5A51-416A-943C-F628177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63F7FF"/>
                </a:solidFill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0FE88-EB5D-4388-83E4-2D601DCF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One config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BD0C6-7A44-4A69-A10A-E2F7B5FC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language • quality • history</a:t>
            </a:r>
          </a:p>
        </p:txBody>
      </p:sp>
    </p:spTree>
    <p:extLst>
      <p:ext uri="{BB962C8B-B14F-4D97-AF65-F5344CB8AC3E}">
        <p14:creationId xmlns:p14="http://schemas.microsoft.com/office/powerpoint/2010/main" val="305898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45E9B-AD22-4324-85FA-321F01E7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12C8E-01E6-4CF6-9ACA-474591E6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40E55-5BD6-466D-80C0-4418093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384C-34E2-4B6B-8CBD-BD5DF415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4D453-56C4-455F-A882-D23948D3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EFE91-47AE-4B32-AFBD-7680D67F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E5F51-FB42-4CB5-970B-8E61E901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3F7FF"/>
          </a:solidFill>
          <a:ln xmlns:a="http://schemas.openxmlformats.org/drawingml/2006/main">
            <a:solidFill>
              <a:srgbClr val="63F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НОВИ ФУНКЦИИ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CE670-CB27-4813-9A0B-371B9B9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Добавено от подадените файлове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4F73-F7BD-4E80-AE7B-3A99A5B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Функциите са адаптирани към текущия Worker API без breaking промени.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2CB29-2414-4548-BC97-253C7C63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Source fallback attempts: Spotify/Apple/Deezer → YouTube/YouTube Music mirror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Shareable track cards: директни preview страници и SVG OG card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Artist discography: search, tracklist и bulk queue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Release Radar hooks: основа за следене на артисти и известия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F2F54-D4DC-4373-A624-5B33191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B73ED-D6BF-4F6A-83F3-452716AD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048C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1AC2F-B10F-4C5F-BCD8-0AB2D2F5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048C6"/>
                </a:solidFill>
              </a:rPr>
              <a:t>D1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E1D37-DCBC-4AA9-A197-36D8EBC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No breakage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65013-CE5B-4C41-80EA-7AA2B48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fallback • cards • discography</a:t>
            </a:r>
          </a:p>
        </p:txBody>
      </p:sp>
    </p:spTree>
    <p:extLst>
      <p:ext uri="{BB962C8B-B14F-4D97-AF65-F5344CB8AC3E}">
        <p14:creationId xmlns:p14="http://schemas.microsoft.com/office/powerpoint/2010/main" val="1721927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42140-9586-40B5-AD8A-801BD979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CA3C-6FAE-4A79-B282-D010EFB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5A89D-F48D-4D68-B798-5523448B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A4855-8850-47A4-A31E-5E74B0CE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2B11A-1702-492E-AA44-0C43821D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55881-1E19-47A4-ABA3-1C67729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3BDBB-F509-41B5-9F0C-9F598CEE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0F7A8"/>
          </a:solidFill>
          <a:ln xmlns:a="http://schemas.openxmlformats.org/drawingml/2006/main">
            <a:solidFill>
              <a:srgbClr val="00F7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RELIABILITY &amp;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AF3A3-E013-41C8-8963-776CA9A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Надеждност и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E3E58-3C37-46B3-8F04-7C3F1D9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Системата трябва да отказва предвидимо и да пази ресурсите.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D73E9-1F7E-4731-B039-EE7825A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Origin failover и deterministic error shape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URL allowlist, source validation и rate limits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D1 metadata + KV short-lived state + R2 files/cache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Ops endpoints остават token-protected чрез Cloudflare secrets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3A43D-AFFC-4149-984F-A8A3B7A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62420-D29E-4FFF-918A-0D5F87C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63F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53144-FF6D-4A6F-BE22-E66260E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63F7FF"/>
                </a:solidFill>
              </a:rPr>
              <a:t>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76CB3-37DE-4140-AF5B-E185749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Protected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D7F32-3A3C-4406-A7AF-FFF91A9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allowlist • secrets • audit</a:t>
            </a:r>
          </a:p>
        </p:txBody>
      </p:sp>
    </p:spTree>
    <p:extLst>
      <p:ext uri="{BB962C8B-B14F-4D97-AF65-F5344CB8AC3E}">
        <p14:creationId xmlns:p14="http://schemas.microsoft.com/office/powerpoint/2010/main" val="1557559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4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F98CA-042A-4B9C-895E-190A5AE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2040C"/>
          </a:solidFill>
          <a:ln xmlns:a="http://schemas.openxmlformats.org/drawingml/2006/main">
            <a:solidFill>
              <a:srgbClr val="02040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E63E-2689-4DBA-A081-B8BD45A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40827"/>
          </a:solidFill>
          <a:ln xmlns:a="http://schemas.openxmlformats.org/drawingml/2006/main">
            <a:solidFill>
              <a:srgbClr val="140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671BD-6904-451A-B153-30685EC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048C6"/>
          </a:solidFill>
          <a:ln xmlns:a="http://schemas.openxmlformats.org/drawingml/2006/main">
            <a:solidFill>
              <a:srgbClr val="F04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61220-70B8-4F4A-A1EE-B0F0913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DYRAKARMY 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27E24-AC90-41F4-A3B6-14B21C9E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0">
                <a:solidFill>
                  <a:srgbClr val="9AA7C7"/>
                </a:solidFill>
              </a:rPr>
              <a:t>dyrakarmy.online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2882A-9370-42C6-B1CC-EAF91A27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75" b="1">
                <a:solidFill>
                  <a:srgbClr val="9AA7C7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F489F-6243-4605-8BA6-6718F10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63F7FF"/>
          </a:solidFill>
          <a:ln xmlns:a="http://schemas.openxmlformats.org/drawingml/2006/main">
            <a:solidFill>
              <a:srgbClr val="63F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02040C"/>
                </a:solidFill>
              </a:rPr>
              <a:t>QUICK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A600B-63AC-434F-9C20-C2DE32CC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F7F3FF"/>
                </a:solidFill>
              </a:rPr>
              <a:t>Първи 5 минути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2A56-B177-458E-A448-68F6A50C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9AA7C7"/>
                </a:solidFill>
              </a:rPr>
              <a:t>Минималните стъпки за реално ползване.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2F940-CA0F-42C8-ADE9-FC28078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>
            <a:solidFill>
              <a:srgbClr val="7C3A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1. Отвори dyrakarmy.online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2. Избери език и sync key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3. Натисни Telegram бутона и свържи бота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4. Постави YouTube/Spotify URL и избери формат</a:t>
            </a:r>
          </a:p>
          <a:p xmlns:a="http://schemas.openxmlformats.org/drawingml/2006/main">
            <a:r>
              <a:rPr sz="1275">
                <a:solidFill>
                  <a:srgbClr val="F7F3FF"/>
                </a:solidFill>
              </a:rPr>
              <a:t>• 5. Провери готовия player/download в queue, History или Telegram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F2121-9A7F-4D07-94F8-F8ACEF93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>
            <a:solidFill>
              <a:srgbClr val="63F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58B07-BEF0-4716-A028-D9F4E1A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arc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9050">
            <a:solidFill>
              <a:srgbClr val="F048C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8FC9C-0D57-4B83-BEC3-839B572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048C6"/>
                </a:solidFill>
              </a:rPr>
              <a:t>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088B6-2346-450B-930A-36594D6B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7F3FF"/>
                </a:solidFill>
              </a:rPr>
              <a:t>Ship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8D6C3-7C24-4501-A98E-1E401F22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9AA7C7"/>
                </a:solidFill>
              </a:rPr>
              <a:t>open • set • download</a:t>
            </a:r>
          </a:p>
        </p:txBody>
      </p:sp>
    </p:spTree>
    <p:extLst>
      <p:ext uri="{BB962C8B-B14F-4D97-AF65-F5344CB8AC3E}">
        <p14:creationId xmlns:p14="http://schemas.microsoft.com/office/powerpoint/2010/main" val="1574164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2026-06-05T00:35:45.9540000Z</dcterms:created>
  <dcterms:modified xsi:type="dcterms:W3CDTF">2026-06-05T00:35:45.9540000Z</dcterms:modified>
</coreProperties>
</file>